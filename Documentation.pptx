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476497c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476497c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476497cb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476497cb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476497cb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476497cb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476497cb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476497cb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476497cb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476497cb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476497cb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476497cb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4be2fe1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4be2fe1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4be2fe13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4be2fe13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4be2fe131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4be2fe13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4be2fe131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4be2fe131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Documentation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 to be Answered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What defines a high quality wine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What chemical properties are essential for that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How can we act/alter them ( assortment decisions 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-Total 1599 </a:t>
            </a:r>
            <a:r>
              <a:rPr lang="en-GB"/>
              <a:t>entries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-12 columns  - all of the </a:t>
            </a:r>
            <a:r>
              <a:rPr lang="en-GB"/>
              <a:t>features</a:t>
            </a:r>
            <a:r>
              <a:rPr lang="en-GB"/>
              <a:t> are float , 10 categories for the quality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-lots of class imbalance in teh data set ( mainly 5 and 6 holds all the position)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 alcohol affects the quality most of all the other features , than comes sulphate and after that citric acid 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 There are many features which might affect the quality negatively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 Importance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Feature  Importance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10               alcohol    0.272652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9              sulphates    0.151100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1       volatile acidity    0.108390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6   total sulfur dioxide    0.077636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4              chlorides    0.070043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8                     pH    0.061484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3         residual sugar    0.058068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7                density    0.052488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0          fixed acidity    0.052336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2            citric acid    0.048978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5    free sulfur dioxide    0.046824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Although we have the less import features for the quality but stil we need them in order to make the </a:t>
            </a:r>
            <a:r>
              <a:rPr lang="en-GB"/>
              <a:t>correct</a:t>
            </a:r>
            <a:r>
              <a:rPr lang="en-GB"/>
              <a:t> low quality features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950">
                <a:solidFill>
                  <a:schemeClr val="dk1"/>
                </a:solidFill>
              </a:rPr>
              <a:t>while a feature might have an inverse relationship with the target (negative correlation), it can still be a highly </a:t>
            </a:r>
            <a:r>
              <a:rPr i="1" lang="en-GB" sz="1950">
                <a:solidFill>
                  <a:schemeClr val="dk1"/>
                </a:solidFill>
              </a:rPr>
              <a:t>important</a:t>
            </a:r>
            <a:r>
              <a:rPr lang="en-GB" sz="1950">
                <a:solidFill>
                  <a:schemeClr val="dk1"/>
                </a:solidFill>
              </a:rPr>
              <a:t> predictor, and its importance score will be a positive value reflecting that contribution.</a:t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High-quality wines tend to have: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- Higher alcohol content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- Lower volatile acidity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- Balanced sulphates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Lower-quality wines often show: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- High acidity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- Higher density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1. Key Drivers of Wine Quality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Alcohol ↑ → Higher rating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Volatile acidity ↑ → Lower rating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2. Model Insight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Model explains ~X% variance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Reliable for trend detection, not perfect prediction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3. Business Recommendation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Prioritize wines with: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higher alcohol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lower acidity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Focus assortment on mid-to-high quality segment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Improving the </a:t>
            </a:r>
            <a:r>
              <a:rPr lang="en-GB"/>
              <a:t>model</a:t>
            </a:r>
            <a:r>
              <a:rPr lang="en-GB"/>
              <a:t> 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Balanced</a:t>
            </a:r>
            <a:r>
              <a:rPr lang="en-GB"/>
              <a:t> the classes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Made the search CV for better parameters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Gradient boosting outperforms the randomizedSearchCv so </a:t>
            </a:r>
            <a:r>
              <a:rPr lang="en-GB"/>
              <a:t>trying</a:t>
            </a:r>
            <a:r>
              <a:rPr lang="en-GB"/>
              <a:t> the xgboost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While the performance on the training data  after hypertuning the </a:t>
            </a:r>
            <a:r>
              <a:rPr lang="en-GB"/>
              <a:t>parameters</a:t>
            </a:r>
            <a:r>
              <a:rPr lang="en-GB"/>
              <a:t> was quiet good (0.87) but on the testing it hasn´t done any significantly better than only Smote data . so the overall accuracy we got is still 0.67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/>
              <a:t>Recommendation</a:t>
            </a:r>
            <a:r>
              <a:rPr b="1" lang="en-GB" sz="2600"/>
              <a:t> </a:t>
            </a:r>
            <a:endParaRPr b="1" sz="4300"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1.</a:t>
            </a:r>
            <a:r>
              <a:rPr lang="en-GB" sz="1400">
                <a:solidFill>
                  <a:schemeClr val="dk1"/>
                </a:solidFill>
              </a:rPr>
              <a:t>Red wines with alcohol &gt; 11%, sulphates &gt; 0.65 g/L, and volatile acidity &lt; 0.4 g/L have a 73% probability of being rated high quality. I recommend setting these as minimum thresholds for assortment selection.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Best Recommendation according to data 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235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High Quality (7-8)  Low Quality (3-5)  Difference</a:t>
            </a:r>
            <a:endParaRPr sz="1235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235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fixed acidity                   8.847005           8.142204    0.704800</a:t>
            </a:r>
            <a:endParaRPr sz="1235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235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volatile acidity                0.405530           0.589503   -0.183973</a:t>
            </a:r>
            <a:endParaRPr sz="1235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235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citric acid                     0.376498           0.237755    0.138742</a:t>
            </a:r>
            <a:endParaRPr sz="1235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235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residual sugar                  2.708756           2.542070    0.166686</a:t>
            </a:r>
            <a:endParaRPr sz="1235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235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chlorides                       0.075912           0.092989   -0.017077</a:t>
            </a:r>
            <a:endParaRPr sz="1235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235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free sulfur dioxide            13.981567          16.567204   -2.585637</a:t>
            </a:r>
            <a:endParaRPr sz="1235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235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total sulfur dioxide           34.889401          54.645161  -19.755760</a:t>
            </a:r>
            <a:endParaRPr sz="1235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235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density                         0.996030           0.997068   -0.001038</a:t>
            </a:r>
            <a:endParaRPr sz="1235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235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pH                              3.288802           3.311653   -0.022851</a:t>
            </a:r>
            <a:endParaRPr sz="1235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235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sulphates                       0.743456           0.618535    0.124921</a:t>
            </a:r>
            <a:endParaRPr sz="1235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235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alcohol                        11.518049           9.926478    1.591571</a:t>
            </a:r>
            <a:endParaRPr sz="1235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lang="en-GB" sz="1235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quality                         7.082949           4.901882    2.181068</a:t>
            </a:r>
            <a:endParaRPr b="1" sz="1835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0" y="0"/>
            <a:ext cx="8520600" cy="4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Visualization 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3" title="Unknow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32038"/>
            <a:ext cx="8683701" cy="48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